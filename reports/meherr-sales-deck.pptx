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Availability language only — no clinical content in any patient message.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differentiator. Every competitor claim is the raw 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input is on the next slide. These are modelled, not measured — say 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0312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Meherr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822960" y="32004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Continuity yield for general practice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241280" y="2194560"/>
            <a:ext cx="1188720" cy="11887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14400" y="193852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82880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cancellations and quiet mid-week sessions leave clinician time unused.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89864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788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recall is slow to run, hard to target, and impossible to measure.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85876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749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tools count every booking they touch as their own, which tells a practice nothing about real impact.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Meherr does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14400" y="193852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82880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the established patients most likely to value a return visit to their usual GP.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89864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788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an availability-only message, inside the rules the practice sets.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85876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749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tap books a real open slot; when the session fills, the other offers close.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number we report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14400" y="193852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82880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 of each practice's patients is held back at random and never messaged.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89864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788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report the difference between the two groups — appointments that would not have happened otherwise.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85876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749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never report the raw count of bookings we touched as impact.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10-GP practice can expect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1920240"/>
            <a:ext cx="3383280" cy="2468880"/>
          </a:xfrm>
          <a:prstGeom prst="roundRect">
            <a:avLst>
              <a:gd name="adj" fmla="val 4444"/>
            </a:avLst>
          </a:prstGeom>
          <a:solidFill>
            <a:srgbClr val="F2F5F4"/>
          </a:solidFill>
          <a:ln w="12700">
            <a:solidFill>
              <a:srgbClr val="F2F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22402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711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1097280" y="320040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attended appointments a year.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26280" y="1920240"/>
            <a:ext cx="3383280" cy="2468880"/>
          </a:xfrm>
          <a:prstGeom prst="roundRect">
            <a:avLst>
              <a:gd name="adj" fmla="val 4444"/>
            </a:avLst>
          </a:prstGeom>
          <a:solidFill>
            <a:srgbClr val="F2F5F4"/>
          </a:solidFill>
          <a:ln w="12700">
            <a:solidFill>
              <a:srgbClr val="F2F5F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00600" y="22402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$45,029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800600" y="320040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annual benefit, after the Meherr subscription.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0" y="1920240"/>
            <a:ext cx="3383280" cy="2468880"/>
          </a:xfrm>
          <a:prstGeom prst="roundRect">
            <a:avLst>
              <a:gd name="adj" fmla="val 4444"/>
            </a:avLst>
          </a:prstGeom>
          <a:solidFill>
            <a:srgbClr val="F2F5F4"/>
          </a:solidFill>
          <a:ln w="12700">
            <a:solidFill>
              <a:srgbClr val="F2F5F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03920" y="22402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4.8×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8503920" y="320040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on the Meherr subscription.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assumptions behind those numbers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14400" y="193852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82880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 of appointment capacity sits unfilled.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89864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788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of generated visits are genuinely incremental; the rest would have happened anyway.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85876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749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per attended visit is set by the practice — a standard Level B consultation rebates $43.90, and an all-in bulk-billed Level B is $69.56 in metro.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14400" y="481888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17320" y="470916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pilot replaces every assumption above with the practice's own measured figures.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the rules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14400" y="193852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82880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Availability-only messaging, with a compliance check on every template.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89864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788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One-tap opt-out, honoured permanently.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85876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749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Per-practice pause and an instant stop, plus an audit log of every message, booking and opt-out.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14400" y="481888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17320" y="470916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data stays isolated to that practice.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pilot runs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14400" y="193852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82880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setup in one sitting: practice details, clinicians, sessions, eligibility rules.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89864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788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held-back group is on by default, so the result is measurable from week one.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85876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749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weekly report shows incremental appointments, the revenue estimate, and every guardrail.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56032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number we report is the one that survives the comparison.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4114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Business-to-business service for accredited general practices.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Meherr</dc:title>
  <dc:subject>PptxGenJS Presentation</dc:subject>
  <dc:creator>Meherr</dc:creator>
  <cp:lastModifiedBy>Meherr</cp:lastModifiedBy>
  <cp:revision>1</cp:revision>
  <dcterms:created xsi:type="dcterms:W3CDTF">2026-08-10T06:35:13Z</dcterms:created>
  <dcterms:modified xsi:type="dcterms:W3CDTF">2026-08-10T06:35:13Z</dcterms:modified>
</cp:coreProperties>
</file>