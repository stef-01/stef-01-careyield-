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Availability language only — no clinical content in any patient message.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differentiator. Every competitor claim is the raw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input is on the next slide. These are modelled, not measured — say 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CareYield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yield for general practice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241280" y="2194560"/>
            <a:ext cx="1188720" cy="11887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640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93852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828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cancellations and quiet mid-week sessions leave clinician time unused.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9864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788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recall is slow to run, hard to target, and impossible to measure.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85876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749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count every booking they touch as their own, which tells a practice nothing about real impact.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640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CareYield does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93852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828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established patients most likely to value a return visit to their usual GP.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9864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788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an availability-only message, inside the rules the practice sets.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85876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749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books a real open slot; when the session fills, the other offers close.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640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 we report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93852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828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 of each practice's patients is held back at random and never messaged.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9864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788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the difference between the two groups — appointments that would not have happened otherwise.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85876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749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report the raw count of bookings we touched as impact.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640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10-GP practice can expect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2402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97280" y="32004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attended appointments a year.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26280" y="192024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22402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$45,029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800600" y="32004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annual benefit, after the CareYield subscription.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0" y="192024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2F5F4"/>
          </a:solidFill>
          <a:ln w="12700">
            <a:solidFill>
              <a:srgbClr val="F2F5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0" y="22402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4.8×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503920" y="32004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the CareYield subscription.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640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assumptions behind those numbers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93852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828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of appointment capacity sits unfilled.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9864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788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generated visits are genuinely incremental; the rest would have happened anyway.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85876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749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per attended visit is set by the practice — a standard Level B consultation rebates $43.90, and an all-in bulk-billed Level B is $69.56 in metro.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481888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47091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replaces every assumption above with the practice's own measured figures.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640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rules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93852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828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Availability-only messaging, with a compliance check on every template.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9864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788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opt-out, honoured permanently.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85876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749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Per-practice pause and an instant stop, plus an audit log of every message, booking and opt-out.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481888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47091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data stays isolated to that practice.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554480" y="640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pilot runs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93852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8288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setup in one sitting: practice details, clinicians, sessions, eligibility rules.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89864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7889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held-back group is on by default, so the result is measurable from week one.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858768"/>
            <a:ext cx="201168" cy="20116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7320" y="374904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report shows incremental appointments, the revenue estimate, and every guardrail.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6032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 we report is the one that survives the comparison.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Business-to-business service for accredited general practices.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CareYield</dc:title>
  <dc:subject>PptxGenJS Presentation</dc:subject>
  <dc:creator>CareYield</dc:creator>
  <cp:lastModifiedBy>CareYield</cp:lastModifiedBy>
  <cp:revision>1</cp:revision>
  <dcterms:created xsi:type="dcterms:W3CDTF">2026-08-09T05:23:29Z</dcterms:created>
  <dcterms:modified xsi:type="dcterms:W3CDTF">2026-08-09T05:23:29Z</dcterms:modified>
</cp:coreProperties>
</file>